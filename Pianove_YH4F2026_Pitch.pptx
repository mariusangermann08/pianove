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+ one-liner. Free, open-source, offline piano app. Two libraries built from scratch: PyLute (notation), PyLay (UI). Personal project, grew into three open-source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 project, no bigger plan at first. Pygame chosen on purpose: no existing engine to lean on. Had to build everything myself: clefs, key sigs, beams, ties, dynamics, spacing.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Standalone library, doesn't know Pianove exists. Pip-installable on its own once published. Hardest technical piece: proportional notation layout from raw MusicXML.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pivot: renderer experiment becomes an app ambition. Renderer already done. But an app needs a real UI. That's the next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library, forced by necessity. Evaluated existing pygame UI options, none hit the bar. Built PyLay: iOS-inspired, theming, spring-physics animation, reactive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Biggest engineering investment of the three. Own layout engine, spring animation, theming. Makes Pianove feel like a real app, not a pygame demo. Live demo: the 29-widget test file if the jury wants to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slide, the two libraries become the product. Emphasize real-time MIDI: live feedback against the score as you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product: dashboard, an active lesson with live keyboard feedback, and the import screen. Any MusicXML file works, not just the 16 built-in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Real, polished onboarding wizard, not a hacked-together demo. Works without a MIDI keyboard too, in test mode, accessible to anyone evaluating on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 structure for technical questions. Three genuinely separable projects. PyLute and PyLay pip-installable into any other pygame project with zero Pianove-specific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fits FSFE's mission. Not just source-available: GPLv3, offline-first, no telemetry, libraries released independently so other devs benefit. Free as in freedom, not just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about what's missing: no test suite yet, not on PyPI yet. Frame as roadmap, not weakness. Libraries work today, this is packaging and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Have app + PyLay 29-widget demo ready to alt-tab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FSFE · YOUTH HACKING FOR FREEDOM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FEFEF"/>
                </a:solidFill>
                <a:latin typeface="Arial"/>
              </a:rPr>
              <a:t>Pianove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0C0C0"/>
                </a:solidFill>
                <a:latin typeface="Arial"/>
              </a:rPr>
              <a:t>Free, open-source piano learning software.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0C0C0"/>
                </a:solidFill>
                <a:latin typeface="Arial"/>
              </a:rPr>
              <a:t>No account. No subscription. Entirely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8A8A"/>
                </a:solidFill>
                <a:latin typeface="Arial"/>
              </a:rPr>
              <a:t>Marius Angermann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3136" y="1225296"/>
            <a:ext cx="4864608" cy="2610074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ero-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25003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01 · THE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A fun challenge,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Learning piano. Live on MuseScore browsing sheet music.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One question stuck: could I render this myself, in code?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Constraint: pygame only. No web stack, no notation engine to lean on.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Result: PyLute. Parses MusicXML, renders proportional sheet music, any surface, any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82496"/>
            <a:ext cx="5321808" cy="2466991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ylute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212080" cy="23572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PYLUTE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MusicXML → sheet music, in pygame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D4A017"/>
                </a:solidFill>
                <a:latin typeface="Arial"/>
              </a:rPr>
              <a:t>•  </a:t>
            </a:r>
            <a:r>
              <a:rPr sz="1700">
                <a:solidFill>
                  <a:srgbClr val="C0C0C0"/>
                </a:solidFill>
                <a:latin typeface="Arial"/>
              </a:rPr>
              <a:t>Parses standard MusicXML (.xml, .musicxml, .mxl)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4A017"/>
                </a:solidFill>
                <a:latin typeface="Arial"/>
              </a:rPr>
              <a:t>•  </a:t>
            </a:r>
            <a:r>
              <a:rPr sz="1700">
                <a:solidFill>
                  <a:srgbClr val="C0C0C0"/>
                </a:solidFill>
                <a:latin typeface="Arial"/>
              </a:rPr>
              <a:t>Renders clefs, key signatures, beams, ties, dynamics, articulations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4A017"/>
                </a:solidFill>
                <a:latin typeface="Arial"/>
              </a:rPr>
              <a:t>•  </a:t>
            </a:r>
            <a:r>
              <a:rPr sz="1700">
                <a:solidFill>
                  <a:srgbClr val="C0C0C0"/>
                </a:solidFill>
                <a:latin typeface="Arial"/>
              </a:rPr>
              <a:t>Bravura SMuFL font, bundled in the package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D4A017"/>
                </a:solidFill>
                <a:latin typeface="Arial"/>
              </a:rPr>
              <a:t>•  </a:t>
            </a:r>
            <a:r>
              <a:rPr sz="1700">
                <a:solidFill>
                  <a:srgbClr val="C0C0C0"/>
                </a:solidFill>
                <a:latin typeface="Arial"/>
              </a:rPr>
              <a:t>Draws to any pygame surface, any size. Fully independent of Pianove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/>
            <a:r>
              <a:rPr sz="1300">
                <a:solidFill>
                  <a:srgbClr val="D4A017"/>
                </a:solidFill>
                <a:latin typeface="JetBrains Mono"/>
              </a:rPr>
              <a:t>import pylute</a:t>
            </a:r>
          </a:p>
          <a:p>
            <a:r>
              <a:rPr sz="1300">
                <a:solidFill>
                  <a:srgbClr val="EFEFEF"/>
                </a:solidFill>
                <a:latin typeface="JetBrains Mono"/>
              </a:rPr>
              <a:t>score = pylute.load_musicxml("piece.xml", surface=screen)</a:t>
            </a:r>
          </a:p>
          <a:p>
            <a:r>
              <a:rPr sz="1300">
                <a:solidFill>
                  <a:srgbClr val="EFEFEF"/>
                </a:solidFill>
                <a:latin typeface="JetBrains Mono"/>
              </a:rPr>
              <a:t>score.draw()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682496"/>
            <a:ext cx="5321808" cy="3163681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s-pyl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212080" cy="3053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02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Then I wanted to practice for free. Forever.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Simply Piano, Flowkey, Playground: well-built. All subscription-based, fixed song library.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Don't offer the piece you want? Too bad.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I wanted any piece I could find as a MusicXML file. Free, forever. And the hard part, the renderer, was already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89204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15875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i="1" b="1">
                <a:solidFill>
                  <a:srgbClr val="D4A017"/>
                </a:solidFill>
                <a:latin typeface="Arial"/>
              </a:rPr>
              <a:t>“What if I built my own app on top of PyLute and made it completely free?”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03 · THE UI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Pygame UI looks like it's from 2004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pygame_gui, thorpy, pgzero exist. They work.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But they all look the same. Flat grey, harsh borders, no animation, no cohesion.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I wanted a modern desktop feel. Smooth, rounded, physical.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Nothing came close, so I built one from scratch: PyLay (“lay” as in layout).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82496"/>
            <a:ext cx="5321808" cy="285836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ylay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212080" cy="2748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PYLAY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A complete UI framework for pygame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29 Widgets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Button, Switch, Slider, TextField, SegmentedControl, LineChart, FilePicker, more.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7373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Physics Animations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Spring-based, velocity-damped. Buttons bounce. Panels slide with 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3736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Reactive Layout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Rescales on window resize. Fractional sizing, flex-like stacks.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918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Theming System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Full dark/light iOS-style colour system, every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2918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Observable State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Bind callbacks. UI rebuilds itself, no manual re-render.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29184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l"/>
            <a:r>
              <a:rPr sz="1500" b="1">
                <a:solidFill>
                  <a:srgbClr val="D4A017"/>
                </a:solidFill>
                <a:latin typeface="Arial"/>
              </a:rPr>
              <a:t>Page Router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C0C0C0"/>
                </a:solidFill>
                <a:latin typeface="Arial"/>
              </a:rPr>
              <a:t>Animated transitions, navigation history. Drawers, bottom nav.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6979" y="4882896"/>
            <a:ext cx="1892808" cy="14470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s-pylay-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843" y="4937760"/>
            <a:ext cx="1783080" cy="1337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93211" y="4882896"/>
            <a:ext cx="1892808" cy="14470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s-pylay-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075" y="4937760"/>
            <a:ext cx="1783080" cy="13373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49443" y="4882896"/>
            <a:ext cx="1892808" cy="14470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s-pylay-fo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307" y="4937760"/>
            <a:ext cx="1783080" cy="133731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005675" y="4882896"/>
            <a:ext cx="1892808" cy="14470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s-pylay-lis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539" y="4937760"/>
            <a:ext cx="1783080" cy="133731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861907" y="4882896"/>
            <a:ext cx="1892808" cy="14470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s-pylay-extr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6771" y="4937760"/>
            <a:ext cx="1783080" cy="13373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04 · EVERYTHING COMES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Pianove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PyLute renders the sheet music. PyLay provides the interface. Together: a full piano app.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Real-time MIDI input. Shows the notes to play, tracks accuracy, guides through lessons. Fully offline.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Any MusicXML file. Any song. Permanently free.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82496"/>
            <a:ext cx="5321808" cy="2833915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ianove-le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212080" cy="27241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Home · Lessons · Any song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3611880" cy="27089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Home dashboard, streaks &amp;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3611880" cy="2708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Structured lesson in progress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s-song-sc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3611880" cy="27089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Import &amp; play any MusicXML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Arial"/>
              </a:rPr>
              <a:t>•  </a:t>
            </a:r>
            <a:r>
              <a:rPr sz="1400">
                <a:solidFill>
                  <a:srgbClr val="C0C0C0"/>
                </a:solidFill>
                <a:latin typeface="Arial"/>
              </a:rPr>
              <a:t>16 built-in lessons  ·  Progress tracking &amp; streaks  ·  Built-in synthesiser, GeneralUser GS soundfont bundled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ACCESSIBLE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Onboarding &amp;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-onboarding-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3611880" cy="27089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Language selection, EN / 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s-onboarding-mi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3611880" cy="2708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Automatic MIDI device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636776"/>
            <a:ext cx="3721608" cy="2818638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s-onboarding-n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3611880" cy="27089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453771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0C0C0"/>
                </a:solidFill>
                <a:latin typeface="Arial"/>
              </a:rPr>
              <a:t>Personalised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D4A017"/>
                </a:solidFill>
                <a:latin typeface="Arial"/>
              </a:rPr>
              <a:t>•  </a:t>
            </a:r>
            <a:r>
              <a:rPr sz="1400">
                <a:solidFill>
                  <a:srgbClr val="C0C0C0"/>
                </a:solidFill>
                <a:latin typeface="Arial"/>
              </a:rPr>
              <a:t>MIDI keyboard detected automatically. No keyboard? Test mode covers it. No account, no sign-up, no internet.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Three projects, one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b="1" sz="1800">
                <a:solidFill>
                  <a:srgbClr val="D4A017"/>
                </a:solidFill>
                <a:latin typeface="Arial"/>
              </a:rPr>
              <a:t>Pianove</a:t>
            </a:r>
            <a:r>
              <a:rPr sz="1300" i="1">
                <a:solidFill>
                  <a:srgbClr val="8A8A8A"/>
                </a:solidFill>
                <a:latin typeface="Arial"/>
              </a:rPr>
              <a:t>   Application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C0C0C0"/>
                </a:solidFill>
                <a:latin typeface="Arial"/>
              </a:rPr>
              <a:t>MIDI input, lesson system, score viewer, built-in synthesiser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b="1" sz="1800">
                <a:solidFill>
                  <a:srgbClr val="D4A017"/>
                </a:solidFill>
                <a:latin typeface="Arial"/>
              </a:rPr>
              <a:t>PyLute</a:t>
            </a:r>
            <a:r>
              <a:rPr sz="1300" i="1">
                <a:solidFill>
                  <a:srgbClr val="8A8A8A"/>
                </a:solidFill>
                <a:latin typeface="Arial"/>
              </a:rPr>
              <a:t>   Library — PyLute/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C0C0C0"/>
                </a:solidFill>
                <a:latin typeface="Arial"/>
              </a:rPr>
              <a:t>Music notation renderer, built on pygame + Bravura SMuFL font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81818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b="1" sz="1800">
                <a:solidFill>
                  <a:srgbClr val="D4A017"/>
                </a:solidFill>
                <a:latin typeface="Arial"/>
              </a:rPr>
              <a:t>PyLay</a:t>
            </a:r>
            <a:r>
              <a:rPr sz="1300" i="1">
                <a:solidFill>
                  <a:srgbClr val="8A8A8A"/>
                </a:solidFill>
                <a:latin typeface="Arial"/>
              </a:rPr>
              <a:t>   Library — PyLay/</a:t>
            </a:r>
          </a:p>
          <a:p>
            <a:pPr algn="l">
              <a:spcBef>
                <a:spcPts val="200"/>
              </a:spcBef>
            </a:pPr>
            <a:r>
              <a:rPr sz="1400">
                <a:solidFill>
                  <a:srgbClr val="C0C0C0"/>
                </a:solidFill>
                <a:latin typeface="Arial"/>
              </a:rPr>
              <a:t>iOS-inspired pygame UI framework. 29 widgets, spring animation, theming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0C0"/>
                </a:solidFill>
                <a:latin typeface="Arial"/>
              </a:rPr>
              <a:t>PyLute and PyLay are fully independent libraries. No dependency on Pianove or each other. Stack: Python 3.10+, pygame. No external services, no network calls, no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WHY THIS FITS YH4F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Free software,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GNU GPL v3.0. The whole application, both libraries.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No account, no subscription, no telemetry, no network calls. Stays on the user's machine.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PyLute and PyLay released independently. Reusable contributions to the pygame ecosystem, not internal implementation details.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D4A017"/>
                </a:solidFill>
                <a:latin typeface="Arial"/>
              </a:rPr>
              <a:t>•  </a:t>
            </a:r>
            <a:r>
              <a:rPr sz="1800">
                <a:solidFill>
                  <a:srgbClr val="C0C0C0"/>
                </a:solidFill>
                <a:latin typeface="Arial"/>
              </a:rPr>
              <a:t>Built because commercial alternatives lock content behind subscriptions. A direct response, in the spirit of user freedom the competition celebrates.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017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EFEF"/>
                </a:solidFill>
                <a:latin typeface="Arial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D4A017"/>
                </a:solidFill>
                <a:latin typeface="Arial"/>
              </a:rPr>
              <a:t>•  </a:t>
            </a:r>
            <a:r>
              <a:rPr sz="1900">
                <a:solidFill>
                  <a:srgbClr val="C0C0C0"/>
                </a:solidFill>
                <a:latin typeface="Arial"/>
              </a:rPr>
              <a:t>Publish PyLute and PyLay to PyPI. Plain pip install.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D4A017"/>
                </a:solidFill>
                <a:latin typeface="Arial"/>
              </a:rPr>
              <a:t>•  </a:t>
            </a:r>
            <a:r>
              <a:rPr sz="1900">
                <a:solidFill>
                  <a:srgbClr val="C0C0C0"/>
                </a:solidFill>
                <a:latin typeface="Arial"/>
              </a:rPr>
              <a:t>Multiple voices on a single staff in PyLute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D4A017"/>
                </a:solidFill>
                <a:latin typeface="Arial"/>
              </a:rPr>
              <a:t>•  </a:t>
            </a:r>
            <a:r>
              <a:rPr sz="1900">
                <a:solidFill>
                  <a:srgbClr val="C0C0C0"/>
                </a:solidFill>
                <a:latin typeface="Arial"/>
              </a:rPr>
              <a:t>Slur arcs and repeat barlines in PyLute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D4A017"/>
                </a:solidFill>
                <a:latin typeface="Arial"/>
              </a:rPr>
              <a:t>•  </a:t>
            </a:r>
            <a:r>
              <a:rPr sz="1900">
                <a:solidFill>
                  <a:srgbClr val="C0C0C0"/>
                </a:solidFill>
                <a:latin typeface="Arial"/>
              </a:rPr>
              <a:t>A pytest test suite for both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8A"/>
                </a:solidFill>
                <a:latin typeface="Arial"/>
              </a:rPr>
              <a:t>Pianove · YH4F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8A8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FEFEF"/>
                </a:solidFill>
                <a:latin typeface="Arial"/>
              </a:rPr>
              <a:t>One small idea. Three open-source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A017"/>
                </a:solidFill>
                <a:latin typeface="Arial"/>
              </a:rPr>
              <a:t>github.com/MariusAngermann08/Pianove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0233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0C0C0"/>
                </a:solidFill>
                <a:latin typeface="Arial"/>
              </a:rPr>
              <a:t>mariusangermann08.github.io/Pianove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A8A8A"/>
                </a:solidFill>
                <a:latin typeface="Arial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